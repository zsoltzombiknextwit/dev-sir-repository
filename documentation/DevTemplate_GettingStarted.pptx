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389120" cy="5070348"/>
          </a:xfrm>
          <a:prstGeom prst="rect">
            <a:avLst/>
          </a:prstGeom>
          <a:solidFill>
            <a:srgbClr val="EFF8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Template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ALM with GitHub 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5486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54864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640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932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minutes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2304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Architects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3675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before you dive 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3990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647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2.40+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0" y="13990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17647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access + permissions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770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CLI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363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v1.30+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52160" y="2770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31363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editor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14800"/>
            <a:ext cx="7315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148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Extensions: GitHub Actions  •  Power Platform Tools  •  GitLens  •  EditorConfig  •  Conventional Commits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template to local clone in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35024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2618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"Use this template"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5727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template repo on GitHub and create a new repository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212848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1396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details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4505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visibility (private recommended for enterprise)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09067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017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locally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32841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https://github.com/YOUR_ORG/YOUR_REPO.git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968496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389534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42062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into the folder and open the project to start customizing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033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issue templates — GitHub Actions automation lives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731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47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020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591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guides including GETTING_STARTED.md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35224"/>
            <a:ext cx="731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3522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0083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346704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Unpacked Power Platform solutions as XML/JSON source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22776"/>
            <a:ext cx="731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2277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33425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helpers used by workflows (no changes needed usually)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GitHub Secrets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Azure Service Principal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 an app in Microsoft Entra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Copy Application (client) ID and Tenant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a client secret (copy immediately!)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Application User in Power Platform Admin Center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4 secrets to GitHub repository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3200400" cy="3474720"/>
          </a:xfrm>
          <a:prstGeom prst="rect">
            <a:avLst/>
          </a:prstGeom>
          <a:solidFill>
            <a:srgbClr val="EFF8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3560" y="181051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8379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POWERPLATFORM_APP_ID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23560" y="246888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49631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POWERPLATFORM_CLIENT_SECRET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127248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1546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POWERPLATFORM_TENANT_ID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37856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8130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POWERPLATFORM_ENVIRONMENT_URL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Workflows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→ GitHub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powerplatform-to-github.yml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solution from maker portal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to XML/JSON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feature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Pull 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Manual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606040"/>
            <a:ext cx="365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</a:rPr>
              <a:t>⟷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Power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github-to-powerplatform.yml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9659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solution from source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managed ZIP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to target environment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all customizations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Merge to main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Commit Conventions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development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671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production 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feature/add-canvas-app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fix/duplicate-record-bug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5387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hotfix/security-patch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2245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hotfixes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type(scope): description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920240"/>
            <a:ext cx="3657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feat(solutions): add customer portal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578608"/>
            <a:ext cx="3657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70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fix(workflow): correct pack path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236976"/>
            <a:ext cx="3657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328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docs(readme): update instructions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895344"/>
            <a:ext cx="3657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chore(deps): update CLI version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Tips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03327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/ Unauthorized Error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38988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4 secrets · Verify app registration tenant · Confirm Application User in Power Platform · Check secret expiry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23591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Not Found (pack step)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solutions/&lt;SolutionName&gt;/ exists · Name is case-sensitive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73152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368503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Pull Request Created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4164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Actions → General → Workflow permissions → Read and write permissions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FF8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For more details see: documentation/GETTING_STARTED.md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Go! 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 from template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11096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110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folder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13432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13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registration &amp; secrets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15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2670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→ GitHub workflow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118104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181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0723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Power Platform workflow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solution names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922776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922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3877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commit conventions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6320" y="146304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14721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README &amp; LICENSE with project details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14884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2157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branch protection on main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2843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first solution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52044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21808" y="3529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team member access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Open a GitHub Discussion or file an issue using the question template. Happy developing!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Dev Template Repository</dc:title>
  <dc:subject>PptxGenJS Presentation</dc:subject>
  <dc:creator>PptxGenJS</dc:creator>
  <cp:lastModifiedBy>PptxGenJS</cp:lastModifiedBy>
  <cp:revision>1</cp:revision>
  <dcterms:created xsi:type="dcterms:W3CDTF">2026-02-27T14:02:26Z</dcterms:created>
  <dcterms:modified xsi:type="dcterms:W3CDTF">2026-02-27T14:02:26Z</dcterms:modified>
</cp:coreProperties>
</file>